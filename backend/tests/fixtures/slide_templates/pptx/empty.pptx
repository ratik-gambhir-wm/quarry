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/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43" name="Box 43"/>
          <p:cNvSpPr/>
          <p:nvPr/>
        </p:nvSpPr>
        <p:spPr>
          <a:xfrm>
            <a:off x="0" y="500000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Master decoration</a:t>
            </a:r>
          </a:p>
        </p:txBody>
      </p:sp>
    </p:spTree>
  </p:cSld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2026-09-14T23:34:31Z</dcterms:created>
  <dcterms:modified xsi:type="dcterms:W3CDTF">2026-09-14T23:34:31Z</dcterms:modified>
</cp:coreProperties>
</file>