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64008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1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long assessment that wraps across several lines to exercise weighted automatic row sizing.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1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15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2026-09-14T23:34:32Z</dcterms:created>
  <dcterms:modified xsi:type="dcterms:W3CDTF">2026-09-14T23:34:32Z</dcterms:modified>
</cp:coreProperties>
</file>