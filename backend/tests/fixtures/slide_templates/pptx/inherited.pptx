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D3"/>
        </a:solidFill>
      </p:bgPr>
    </p:bg>
    <p:spTree>
      <p:sp>
        <p:nvSpPr>
          <p:cNvPr id="41" name="Box 41"/>
          <p:cNvSpPr/>
          <p:nvPr>
            <p:ph type="title"/>
          </p:nvPr>
        </p:nvSpPr>
        <p:spPr>
          <a:xfrm>
            <a:off x="952500" y="476250"/>
            <a:ext cx="952500" cy="476250"/>
          </a:xfrm>
          <a:prstGeom prst="rect"/>
          <a:solidFill>
            <a:srgbClr val="E8EEF8"/>
          </a:solidFill>
        </p:spPr>
        <p:txBody>
          <a:bodyPr anchor="t" lIns="127000"/>
          <a:lstStyle>
            <a:lvl1pPr algn="ctr">
              <a:defRPr sz="2500" b="1">
                <a:solidFill>
                  <a:srgbClr val="0047FF"/>
                </a:solidFill>
                <a:latin typeface="Arial"/>
              </a:defRPr>
            </a:lvl1pPr>
          </a:lstStyle>
          <a:p>
            <a:r>
              <a:rPr sz="1200"/>
              <a:t>Click to edit master</a:t>
            </a:r>
          </a:p>
        </p:txBody>
      </p:sp>
      <p:sp>
        <p:nvSpPr>
          <p:cNvPr id="42" name="Box 42"/>
          <p:cNvSpPr/>
          <p:nvPr/>
        </p:nvSpPr>
        <p:spPr>
          <a:xfrm>
            <a:off x="0" y="400000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Layout decoration</a:t>
            </a:r>
          </a:p>
        </p:txBody>
      </p:sp>
      <p:sp>
        <p:nvSpPr>
          <p:cNvPr id="44" name="Box 44"/>
          <p:cNvSpPr/>
          <p:nvPr/>
        </p:nvSpPr>
        <p:spPr>
          <a:xfrm>
            <a:off x="19000000" y="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Outside</a:t>
            </a:r>
          </a:p>
        </p:txBody>
      </p:sp>
    </p:spTree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43" name="Box 43"/>
          <p:cNvSpPr/>
          <p:nvPr/>
        </p:nvSpPr>
        <p:spPr>
          <a:xfrm>
            <a:off x="0" y="5000000"/>
            <a:ext cx="952500" cy="476250"/>
          </a:xfrm>
          <a:prstGeom prst="rect"/>
          <a:solidFill>
            <a:srgbClr val="E8EEF8"/>
          </a:solidFill>
        </p:spPr>
        <p:txBody>
          <a:bodyPr/>
          <a:lstStyle/>
          <a:p>
            <a:r>
              <a:rPr sz="1200"/>
              <a:t>Master decoration</a:t>
            </a:r>
          </a:p>
        </p:txBody>
      </p:sp>
    </p:spTree>
  </p:cSld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40" name="Title"/>
          <p:cNvSpPr/>
          <p:nvPr>
            <p:ph type="title"/>
          </p:nvPr>
        </p:nvSpPr>
        <p:spPr/>
        <p:txBody>
          <a:bodyPr/>
          <a:lstStyle/>
          <a:p>
            <a:r>
              <a:rPr/>
              <a:t>Inherited title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2026-09-14T23:34:31Z</dcterms:created>
  <dcterms:modified xsi:type="dcterms:W3CDTF">2026-09-14T23:34:31Z</dcterms:modified>
</cp:coreProperties>
</file>