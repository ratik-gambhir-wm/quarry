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/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3" name="Box 43"/>
          <p:cNvSpPr/>
          <p:nvPr/>
        </p:nvSpPr>
        <p:spPr>
          <a:xfrm>
            <a:off x="0" y="5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Master decoration</a:t>
            </a:r>
          </a:p>
        </p:txBody>
      </p:sp>
    </p:spTree>
  </p:cSld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sp>
        <p:nvSpPr>
          <p:cNvPr id="70" name="Box 70"/>
          <p:cNvSpPr/>
          <p:nvPr/>
        </p:nvSpPr>
        <p:spPr>
          <a:xfrm>
            <a:off x="0" y="0"/>
            <a:ext cx="952500" cy="476250"/>
          </a:xfrm>
          <a:custGeom/>
          <a:gradFill/>
        </p:spPr>
        <p:txBody>
          <a:bodyPr/>
          <a:lstStyle/>
          <a:p>
            <a:r>
              <a:rPr sz="1200"/>
              <a:t/>
            </a:r>
          </a:p>
        </p:txBody>
      </p:sp>
      <p:graphicFrame>
        <p:nvGraphicFramePr>
          <p:cNvPr id="71" name="Chart"/>
        </p:nvGraphicFramePr>
        <p:xfrm>
          <a:off x="0" y="0"/>
          <a:ext cx="952500" cy="952500"/>
        </p:xfrm>
        <a:graphic>
          <a:graphicData>
            <c:chart xmlns:c="http://schemas.openxmlformats.org/drawingml/2006/chart" r:id="missing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