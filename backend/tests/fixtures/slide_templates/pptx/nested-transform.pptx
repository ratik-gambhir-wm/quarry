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>
  <p:cSld>
    <p:spTree/>
  </p:cSld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43" name="Box 43"/>
          <p:cNvSpPr/>
          <p:nvPr/>
        </p:nvSpPr>
        <p:spPr>
          <a:xfrm>
            <a:off x="0" y="5000000"/>
            <a:ext cx="952500" cy="476250"/>
          </a:xfrm>
          <a:prstGeom prst="rect"/>
          <a:solidFill>
            <a:srgbClr val="E8EEF8"/>
          </a:solidFill>
        </p:spPr>
        <p:txBody>
          <a:bodyPr/>
          <a:lstStyle/>
          <a:p>
            <a:r>
              <a:rPr sz="1200"/>
              <a:t>Master decoration</a:t>
            </a:r>
          </a:p>
        </p:txBody>
      </p:sp>
    </p:spTree>
  </p:cSld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grpSp>
        <p:grpSpPr>
          <a:xfrm rot="1800000" flipH="1">
            <a:off x="2000000" y="1000000"/>
            <a:ext cx="3000000" cy="2000000"/>
            <a:chOff x="0" y="0"/>
            <a:chExt cx="1000000" cy="1000000"/>
          </a:xfrm>
        </p:grpSpPr>
        <p:grpSp>
          <p:grpSpPr>
            <a:xfrm rot="5400000">
              <a:off x="100000" y="200000"/>
              <a:ext cx="500000" cy="500000"/>
              <a:chOff x="0" y="0"/>
              <a:chExt cx="500000" cy="500000"/>
            </a:xfrm>
          </p:grpSpPr>
          <p:sp>
            <p:nvSpPr>
              <p:cNvPr id="61" name="Box 61"/>
              <p:cNvSpPr/>
              <p:nvPr/>
            </p:nvSpPr>
            <p:spPr>
              <a:xfrm>
                <a:off x="0" y="0"/>
                <a:ext cx="952500" cy="476250"/>
              </a:xfrm>
              <a:prstGeom prst="rect"/>
              <a:solidFill>
                <a:srgbClr val="E8EEF8"/>
              </a:solidFill>
            </p:spPr>
            <p:txBody>
              <a:bodyPr/>
              <a:lstStyle/>
              <a:p>
                <a:r>
                  <a:rPr sz="1200"/>
                  <a:t>Transformed</a:t>
                </a:r>
              </a:p>
            </p:txBody>
          </p:sp>
        </p:grpSp>
      </p:grp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2026-09-14T23:34:31Z</dcterms:created>
  <dcterms:modified xsi:type="dcterms:W3CDTF">2026-09-14T23:34:31Z</dcterms:modified>
</cp:coreProperties>
</file>