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DCB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3657600"/>
            <a:ext cx="2743200" cy="274320"/>
          </a:xfrm>
          <a:prstGeom prst="rect">
            <a:avLst/>
          </a:prstGeom>
          <a:solidFill>
            <a:srgbClr val="070154">
              <a:alpha val="80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3657600" cy="457200"/>
          </a:xfrm>
          <a:prstGeom prst="roundRect">
            <a:avLst>
              <a:gd name="adj" fmla="val 20000"/>
            </a:avLst>
          </a:prstGeom>
          <a:solidFill>
            <a:srgbClr val="E8EEF8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</a:t>
            </a:r>
            <a:pPr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line</a:t>
            </a:r>
            <a:endParaRPr lang="en-US" sz="1950" dirty="0"/>
          </a:p>
          <a:p>
            <a:pPr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line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1828800" y="1828800"/>
            <a:ext cx="2743200" cy="914400"/>
          </a:xfrm>
          <a:prstGeom prst="bentConnector2">
            <a:avLst/>
          </a:prstGeom>
          <a:noFill/>
          <a:ln w="25400">
            <a:solidFill>
              <a:srgbClr val="0047FF"/>
            </a:solidFill>
            <a:prstDash val="solid"/>
            <a:headEnd type="diamon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12801600" y="914400"/>
            <a:ext cx="914400" cy="9144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6" name="Shape 4" hidden="1"/>
          <p:cNvSpPr/>
          <p:nvPr/>
        </p:nvSpPr>
        <p:spPr>
          <a:xfrm>
            <a:off x="3657600" y="3657600"/>
            <a:ext cx="914400" cy="914400"/>
          </a:xfrm>
          <a:prstGeom prst="rect">
            <a:avLst/>
          </a:prstGeom>
          <a:solidFill>
            <a:srgbClr val="0099F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2026-09-14T23:34:31Z</dcterms:created>
  <dcterms:modified xsi:type="dcterms:W3CDTF">2026-09-14T23:34:31Z</dcterms:modified>
</cp:coreProperties>
</file>